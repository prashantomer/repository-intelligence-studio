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28632" y="-548640"/>
            <a:ext cx="3108960" cy="3108960"/>
          </a:xfrm>
          <a:prstGeom prst="ellipse">
            <a:avLst/>
          </a:prstGeom>
          <a:solidFill>
            <a:srgbClr val="1C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1463040"/>
            <a:ext cx="3840480" cy="329184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3840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CAPSTONE MVP  ·  FEATURE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8229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Repository
Intelligence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A8C4DC"/>
                </a:solidFill>
              </a:rPr>
              <a:t>Unified ingestion · semantic search · AI assistant · change impact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10607040" cy="27432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090B0"/>
                </a:solidFill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4243D"/>
                </a:solidFill>
              </a:rPr>
              <a:t>What This System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E7A"/>
                </a:solidFill>
              </a:rPr>
              <a:t>Seven features delivered in the MVP — covering the full engineering knowledge lifecycle.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6362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Repository Creation &amp;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562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Register a repo, clone it, and build the full indexed knowledge 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63624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Manual Re-Sync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56232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Refresh the knowledge base on demand from the tracked branch.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95144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295144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50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3500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Repository Assistant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64261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Ask natural-language questions; get answers grounded in your codebase.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295144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295144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505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350008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Semantic 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642616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Retrieve the most relevant code or documentation chunks by meaning.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081528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081528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2369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1363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Impact Analyzer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342900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Understand upstream and downstream blast radius before making changes.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081528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81528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23697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136392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Provider Logs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429000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Inspect every AI call — model, latency, token usage, and estimated cost.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67912"/>
            <a:ext cx="548640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867912"/>
            <a:ext cx="502920" cy="69494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02336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3922776"/>
            <a:ext cx="4800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4243D"/>
                </a:solidFill>
              </a:rPr>
              <a:t>Centralized AI Settings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4215384"/>
            <a:ext cx="4800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E7A"/>
                </a:solidFill>
              </a:rPr>
              <a:t>Configure provider, model, and embedding behavior from one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Repository Creation &amp; Initial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Register a repository and build its indexed, searchable knowledge base.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Repository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GitHub URL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Default / tracked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Create repository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Queue background ingestion job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Clone source and inventory files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Extract, chunk, and embed content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547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Build dependency edges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Persisted repository record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Indexed knowledge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Ready for search, assistant &amp; impact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User  →  Registration Form  →  CreateService  →  IngestionJob  →  Clone  →  Parse  →  Chunk  →  Embed  → 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Manual Re-Sync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Refresh the repository knowledge base on demand from the tracked branch.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Repository selected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User triggers Re-sync action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Force-rebuild ingestion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Recreate entities, chunks &amp; embeddings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Rebuild dependency edges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Update status and sync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Up-to-date indexed snapshot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Refreshed ingestion history log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User  →  Re-sync Action  →  StartService (force=true)  →  IngestionJob  →  Rebuilt Snapshot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Repository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Ask natural-language questions; receive answers grounded in indexed code and documentation.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Natural-language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Optional conversation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Queue question for async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Retrieve most relevant chunks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Construct grounded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Generate answer via provider or local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54787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Stream response via Turbo frames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Grounded, cited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Source file citations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Persistent conversation history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Provider usage log entry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User  →  Ask Question  →  Queue  →  Retrieve Chunks  →  Build Prompt  →  LLM / Local Model  →  Stream to UI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Locate the most relevant code and documentation chunks by meaning, not just keyword.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Natural-language search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Embed the query with the configured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Compare against stored chunk vectors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Rank results by cosine similarity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Top-ranked matching chunks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File paths and line ranges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Chunk type context (function, class, doc…)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User  →  Search Query  →  Query Embedding  →  Vector Similarity Match  →  Ranked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Impact Analyzer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Understand the blast radius of a change before it reaches production.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Entity name (class, method, 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Or a natural-language impact question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Interpret the query and resolve the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Traverse the dependency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Retrieve supporting evidence chunks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Generate risk summary and action guidance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Risk level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Upstream &amp; downstream dependencies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Affected routes, jobs, and files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3024" y="3145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Action checklist + saved analysis report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Question  →  Interpreter  →  Entity Resolve  →  Graph Traversal  →  Evidence Retrieval  →  Impact Report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Provider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Full visibility into every AI call — model, latency, tokens consumed, and estimated cost.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Assistant, embedding &amp; impact narration 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Record provider, model, and operation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Capture token counts, latency, and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Calculate and store estimated cost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Chronological call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Debugging visibility for failed calls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Usage and cost audit trail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Feature Call  →  ProviderCallLogRecorder  →  Database Log Entry  →  Logs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64592"/>
            <a:ext cx="1417320" cy="2743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FEATURE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4243D"/>
                </a:solidFill>
              </a:rPr>
              <a:t>Centralized AI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B5E7A"/>
                </a:solidFill>
              </a:rPr>
              <a:t>Control provider, model, and embedding configuration from a single settings screen.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53312"/>
            <a:ext cx="11247120" cy="22860"/>
          </a:xfrm>
          <a:prstGeom prst="rect">
            <a:avLst/>
          </a:prstGeom>
          <a:solidFill>
            <a:srgbClr val="D0D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Assistant provider and model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Embedding provider and model selection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Ollama base URL (for local inference)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1463040"/>
            <a:ext cx="3520440" cy="4069080"/>
          </a:xfrm>
          <a:prstGeom prst="rect">
            <a:avLst/>
          </a:prstGeom>
          <a:solidFill>
            <a:srgbClr val="E8F5F2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3672" y="1463040"/>
            <a:ext cx="3520440" cy="45720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7A6C"/>
                </a:solidFill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Persist user-level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Apply settings across all repository features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10144" y="1463040"/>
            <a:ext cx="3520440" cy="4069080"/>
          </a:xfrm>
          <a:prstGeom prst="rect">
            <a:avLst/>
          </a:prstGeom>
          <a:solidFill>
            <a:srgbClr val="EBF1F8"/>
          </a:solidFill>
          <a:ln w="7620">
            <a:solidFill>
              <a:srgbClr val="D0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1463040"/>
            <a:ext cx="3520440" cy="4572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1572768"/>
            <a:ext cx="3246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E8B"/>
                </a:solidFill>
              </a:rP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19385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Consistent runtime configuration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3024" y="234086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4B5E7A"/>
                </a:solidFill>
              </a:rPr>
              <a:t>›  Assistant, search &amp; impact inherit settings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797296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0C8"/>
                </a:solidFill>
              </a:rPr>
              <a:t>  User  →  Settings Screen  →  Save Configuration  →  Runtime Features Inherit 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94592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B5E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0D9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8552" y="4572000"/>
            <a:ext cx="3840480" cy="3840480"/>
          </a:xfrm>
          <a:prstGeom prst="ellipse">
            <a:avLst/>
          </a:prstGeom>
          <a:solidFill>
            <a:srgbClr val="1C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29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DC"/>
                </a:solidFill>
              </a:rPr>
              <a:t>Repository Intelligence Studio  ·  MVP Feature Walkthrough  ·  June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977639"/>
            <a:ext cx="3657600" cy="36576"/>
          </a:xfrm>
          <a:prstGeom prst="rect">
            <a:avLst/>
          </a:prstGeom>
          <a:solidFill>
            <a:srgbClr val="0B7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