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C6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Repository Intelligence Studio</a:t>
            </a:r>
          </a:p>
          <a:p>
            <a:pPr>
              <a:defRPr sz="1100">
                <a:solidFill>
                  <a:srgbClr val="374151"/>
                </a:solidFill>
                <a:latin typeface="Aptos"/>
              </a:defRPr>
            </a:pPr>
            <a:r>
              <a:t>Feature presentation · MVP product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F2937"/>
                </a:solidFill>
              </a:defRPr>
            </a:pPr>
            <a:r>
              <a:t>Repository-scoped ingestion, search, assistant, and impact analysis in one monolith.</a:t>
            </a:r>
          </a:p>
          <a:p>
            <a:pPr>
              <a:defRPr sz="1300">
                <a:solidFill>
                  <a:srgbClr val="374151"/>
                </a:solidFill>
              </a:defRPr>
            </a:pPr>
            <a:r>
              <a:t>Presentation structure: feature list first, then one slide per feature.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17520"/>
            <a:ext cx="274320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3108960"/>
            <a:ext cx="259689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Repository Creation + Initial Ingestion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0752" y="3017520"/>
            <a:ext cx="1865376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03904" y="3108960"/>
            <a:ext cx="171907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Manual Re-Sync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301752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3872" y="3108960"/>
            <a:ext cx="204825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Repository Assistant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3017520"/>
            <a:ext cx="192023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3108960"/>
            <a:ext cx="177393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Semantic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11879"/>
            <a:ext cx="1920239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703320"/>
            <a:ext cx="1773935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Impact Analyzer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7791" y="3611879"/>
            <a:ext cx="1810512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0944" y="3703320"/>
            <a:ext cx="166420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Provider Logs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82896" y="3611879"/>
            <a:ext cx="2359152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3703320"/>
            <a:ext cx="221284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F2937"/>
                </a:solidFill>
              </a:defRPr>
            </a:pPr>
            <a:r>
              <a:t>Centralized AI Settings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Feature List</a:t>
            </a:r>
          </a:p>
          <a:p>
            <a:pPr>
              <a:defRPr sz="1100">
                <a:solidFill>
                  <a:srgbClr val="374151"/>
                </a:solidFill>
                <a:latin typeface="Aptos"/>
              </a:defRPr>
            </a:pPr>
            <a:r>
              <a:t>Current MVP feature surfaces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303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1. Repository Creation + Initial Ingestion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Register a repo and build the indexed knowledge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39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2. Manual Re-Sync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Refresh the repository intelligence from the tracked branch.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3. Repository Assistant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Answer repository questions using grounded indexed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59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4. Semantic Search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Find relevant repository chunks by meaning.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5. Impact Analyzer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Estimate change impact for a repository entity or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06039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6. Provider Logs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Track provider calls, usage, latency, and estimated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657600"/>
            <a:ext cx="4663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937"/>
                </a:solidFill>
              </a:defRPr>
            </a:pPr>
            <a:r>
              <a:t>7. Centralized AI Settings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Manage assistant and embedding behavior from one place.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Repository Creation + Initial Ingestion</a:t>
            </a:r>
          </a:p>
          <a:p>
            <a:pPr>
              <a:defRPr sz="1100">
                <a:solidFill>
                  <a:srgbClr val="374151"/>
                </a:solidFill>
                <a:latin typeface="Aptos"/>
              </a:defRPr>
            </a:pPr>
            <a:r>
              <a:t>Register a repo and build the indexed knowledge base.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527048"/>
            <a:ext cx="322783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4C6E94"/>
                </a:solidFill>
              </a:rPr>
              <a:t>Input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Repository name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GitHub URL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Default / tracked 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6576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9704" y="1527048"/>
            <a:ext cx="336499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F59E0B"/>
                </a:solidFill>
              </a:rPr>
              <a:t>Processing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Create repository record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Queue ingestion job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Clone, inventory, extract, chunk, embed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Build dependency edges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3375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0183" y="1527048"/>
            <a:ext cx="304495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10B981"/>
                </a:solidFill>
              </a:rPr>
              <a:t>Output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Repository record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Indexed snapshot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Ready for search / assistant / impact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89320"/>
            <a:ext cx="10881360" cy="502920"/>
          </a:xfrm>
          <a:prstGeom prst="roundRect">
            <a:avLst/>
          </a:prstGeom>
          <a:solidFill>
            <a:srgbClr val="E8EEF5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990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</a:rPr>
              <a:t>User → Form → CreateService → IngestionJob → Clone → Parse → Chunk → Embed → 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Manual Re-Sync</a:t>
            </a:r>
          </a:p>
          <a:p>
            <a:pPr>
              <a:defRPr sz="1100">
                <a:solidFill>
                  <a:srgbClr val="374151"/>
                </a:solidFill>
                <a:latin typeface="Aptos"/>
              </a:defRPr>
            </a:pPr>
            <a:r>
              <a:t>Refresh the repository intelligence from the tracked branch.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527048"/>
            <a:ext cx="322783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4C6E94"/>
                </a:solidFill>
              </a:rPr>
              <a:t>Input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Repository selected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User clicks Re-sync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6576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9704" y="1527048"/>
            <a:ext cx="336499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F59E0B"/>
                </a:solidFill>
              </a:rPr>
              <a:t>Processing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Force rebuild ingestion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Recreate entities, chunks, embeddings, edges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Update status and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3375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0183" y="1527048"/>
            <a:ext cx="304495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10B981"/>
                </a:solidFill>
              </a:rPr>
              <a:t>Output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Fresh indexed snapshot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Updated ingestion history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89320"/>
            <a:ext cx="10881360" cy="502920"/>
          </a:xfrm>
          <a:prstGeom prst="roundRect">
            <a:avLst/>
          </a:prstGeom>
          <a:solidFill>
            <a:srgbClr val="E8EEF5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990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</a:rPr>
              <a:t>User → Re-sync → StartService(force) → IngestionJob → Rebuild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Repository Assistant</a:t>
            </a:r>
          </a:p>
          <a:p>
            <a:pPr>
              <a:defRPr sz="1100">
                <a:solidFill>
                  <a:srgbClr val="374151"/>
                </a:solidFill>
                <a:latin typeface="Aptos"/>
              </a:defRPr>
            </a:pPr>
            <a:r>
              <a:t>Answer repository questions using grounded indexed context.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527048"/>
            <a:ext cx="322783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4C6E94"/>
                </a:solidFill>
              </a:rPr>
              <a:t>Input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Natural-language question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Optional prior conversation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6576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9704" y="1527048"/>
            <a:ext cx="336499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F59E0B"/>
                </a:solidFill>
              </a:rPr>
              <a:t>Processing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Queue question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Retrieve relevant chunks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Build grounded prompt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Generate answer via provider/local 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3375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0183" y="1527048"/>
            <a:ext cx="304495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10B981"/>
                </a:solidFill>
              </a:rPr>
              <a:t>Output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Grounded answer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Citations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Conversation history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Usage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89320"/>
            <a:ext cx="10881360" cy="502920"/>
          </a:xfrm>
          <a:prstGeom prst="roundRect">
            <a:avLst/>
          </a:prstGeom>
          <a:solidFill>
            <a:srgbClr val="E8EEF5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990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</a:rPr>
              <a:t>User → Ask → QueueQuestion → Retrieve → Prompt → LLM / Local → Turbo update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Semantic Search</a:t>
            </a:r>
          </a:p>
          <a:p>
            <a:pPr>
              <a:defRPr sz="1100">
                <a:solidFill>
                  <a:srgbClr val="374151"/>
                </a:solidFill>
                <a:latin typeface="Aptos"/>
              </a:defRPr>
            </a:pPr>
            <a:r>
              <a:t>Find relevant repository chunks by meaning.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527048"/>
            <a:ext cx="322783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4C6E94"/>
                </a:solidFill>
              </a:rPr>
              <a:t>Input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Search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6576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9704" y="1527048"/>
            <a:ext cx="336499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F59E0B"/>
                </a:solidFill>
              </a:rPr>
              <a:t>Processing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Embed query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Compare against stored vectors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Rank chunk matches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3375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0183" y="1527048"/>
            <a:ext cx="304495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10B981"/>
                </a:solidFill>
              </a:rPr>
              <a:t>Output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Top matching chunks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Files + line ranges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Chunk type 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89320"/>
            <a:ext cx="10881360" cy="502920"/>
          </a:xfrm>
          <a:prstGeom prst="roundRect">
            <a:avLst/>
          </a:prstGeom>
          <a:solidFill>
            <a:srgbClr val="E8EEF5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990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</a:rPr>
              <a:t>User → Search → Query embedding → Vector similarity → Ranked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Impact Analyzer</a:t>
            </a:r>
          </a:p>
          <a:p>
            <a:pPr>
              <a:defRPr sz="1100">
                <a:solidFill>
                  <a:srgbClr val="374151"/>
                </a:solidFill>
                <a:latin typeface="Aptos"/>
              </a:defRPr>
            </a:pPr>
            <a:r>
              <a:t>Estimate change impact for a repository entity or question.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527048"/>
            <a:ext cx="322783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4C6E94"/>
                </a:solidFill>
              </a:rPr>
              <a:t>Input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Entity name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or natural-language impact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6576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9704" y="1527048"/>
            <a:ext cx="336499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F59E0B"/>
                </a:solidFill>
              </a:rPr>
              <a:t>Processing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Interpret query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Resolve target entity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Traverse dependency graph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Retrieve evidence chunks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Generate summary + guidance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3375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0183" y="1527048"/>
            <a:ext cx="304495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10B981"/>
                </a:solidFill>
              </a:rPr>
              <a:t>Output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Risk level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Upstream/downstream dependencies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Routes/jobs/files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Checklist + saved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89320"/>
            <a:ext cx="10881360" cy="502920"/>
          </a:xfrm>
          <a:prstGeom prst="roundRect">
            <a:avLst/>
          </a:prstGeom>
          <a:solidFill>
            <a:srgbClr val="E8EEF5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990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</a:rPr>
              <a:t>Question → Interpreter → Entity resolve → Graph traversal + Retrieval → Impact analysis → 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Provider Logs</a:t>
            </a:r>
          </a:p>
          <a:p>
            <a:pPr>
              <a:defRPr sz="1100">
                <a:solidFill>
                  <a:srgbClr val="374151"/>
                </a:solidFill>
                <a:latin typeface="Aptos"/>
              </a:defRPr>
            </a:pPr>
            <a:r>
              <a:t>Track provider calls, usage, latency, and estimated cost.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527048"/>
            <a:ext cx="322783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4C6E94"/>
                </a:solidFill>
              </a:rPr>
              <a:t>Input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Assistant / embedding / impact narration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6576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9704" y="1527048"/>
            <a:ext cx="336499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F59E0B"/>
                </a:solidFill>
              </a:rPr>
              <a:t>Processing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Record provider, model, operation, tokens, latency, status,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3375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0183" y="1527048"/>
            <a:ext cx="304495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10B981"/>
                </a:solidFill>
              </a:rPr>
              <a:t>Output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Operational log history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Debugging visibility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Usage/cost trace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89320"/>
            <a:ext cx="10881360" cy="502920"/>
          </a:xfrm>
          <a:prstGeom prst="roundRect">
            <a:avLst/>
          </a:prstGeom>
          <a:solidFill>
            <a:srgbClr val="E8EEF5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990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</a:rPr>
              <a:t>Feature call → ProviderCallLogRecorder → DB log → Logs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  <a:latin typeface="Aptos"/>
              </a:rPr>
              <a:t>Centralized AI Settings</a:t>
            </a:r>
          </a:p>
          <a:p>
            <a:pPr>
              <a:defRPr sz="1100">
                <a:solidFill>
                  <a:srgbClr val="374151"/>
                </a:solidFill>
                <a:latin typeface="Aptos"/>
              </a:defRPr>
            </a:pPr>
            <a:r>
              <a:t>Manage assistant and embedding behavior from one place.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5204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527048"/>
            <a:ext cx="322783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4C6E94"/>
                </a:solidFill>
              </a:rPr>
              <a:t>Input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Assistant provider/model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Embedding provider/model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Ollama base URL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6576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9704" y="1527048"/>
            <a:ext cx="336499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F59E0B"/>
                </a:solidFill>
              </a:rPr>
              <a:t>Processing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Save user-level configuration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Apply settings across repository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417320"/>
            <a:ext cx="333756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0183" y="1527048"/>
            <a:ext cx="3044952" cy="38039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1" sz="1400">
                <a:solidFill>
                  <a:srgbClr val="10B981"/>
                </a:solidFill>
              </a:rPr>
              <a:t>Output</a:t>
            </a:r>
          </a:p>
          <a:p>
            <a:pPr>
              <a:defRPr sz="1100">
                <a:solidFill>
                  <a:srgbClr val="374151"/>
                </a:solidFill>
              </a:defRPr>
            </a:pPr>
            <a:r>
              <a:t>• Consistent runtime configuration for assistant, search, and impact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89320"/>
            <a:ext cx="10881360" cy="502920"/>
          </a:xfrm>
          <a:prstGeom prst="roundRect">
            <a:avLst/>
          </a:prstGeom>
          <a:solidFill>
            <a:srgbClr val="E8EEF5"/>
          </a:solidFill>
          <a:ln>
            <a:solidFill>
              <a:srgbClr val="C6D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0990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</a:rPr>
              <a:t>User → Settings → Save config → Runtime features inherit config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